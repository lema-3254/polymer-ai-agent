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771900"/>
            <a:ext cx="9144000" cy="3657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AI Tools for Polymer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2D3EE"/>
                </a:solidFill>
              </a:rPr>
              <a:t>Daily Research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2026-05-11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94A3B8"/>
                </a:solidFill>
              </a:rPr>
              <a:t>"From POLYT5's chemically valid generative designs to 60% recycling efficiency gains, AI is rewriting every chapter of polymer science in 2026."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The first half of 2026 has marked a decisive inflection point for AI in polymer materials science. Generative foundation models — most notably Georgia Tech's POLYT5 — have crossed a critical threshold: they now produce chemically valid, synthesizable polymer structures on demand and have been experimentally validated against real dielectric material targets. This moves inverse design from a research curiosity to a practical engineering workflow, compressing the discovery cycle from years to weeks. In parallel, the polyGT decoder-only transformer enables simultaneous multi-property inverse design, and benchmarking studies confirm CharRNN, REINVENT, and GraphINVENT as the leading generative…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532120"/>
            <a:ext cx="2011680" cy="38404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550408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Generative AI transitions from propert…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5532120"/>
            <a:ext cx="2011680" cy="38404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4328" y="5550408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Multimodal LLMs (text + molecular stru…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0016" y="5532120"/>
            <a:ext cx="2011680" cy="38404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91456" y="5550408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AI-driven recycling sorting achieves &gt;…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67144" y="5532120"/>
            <a:ext cx="2011680" cy="384048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58584" y="5550408"/>
            <a:ext cx="1874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Open benchmark databases (POINT2, Open…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0972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POLYT5: First Lab-Validated Generative AI for Polymer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Generative Design  ·  Impact: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07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Georgia Tech researchers introduced POLYT5 in March 2026 — a chemical-language transformer model trained on the 'grammar' of polymer chemistry that generates new SMILES representations from desired property targets, guaranteeing 100 % chemical…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346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10972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PolyLLMem &amp; MatterChat: Multimodal LLMs Deliver Interpretable Polymer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LLMs  ·  Impact: 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95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PolyLLMem (Chemistry of Materials, 2025) integrates Llama 3 text embeddings with Uni-Mol molecular structure embeddings via LoRA fine-tuning, excelling in low-data polymer property prediction tasks. MatterChat, published in Nature Machine…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634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4663440"/>
            <a:ext cx="10972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79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CNN-LSTM + WGAN Hybrids Reach R² = 0.95 on Polymer Mechanical Benchmarks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Property Prediction  ·  Impact: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58383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Combining Wasserstein GAN-based data augmentation with CNN-LSTM sequence models, researchers achieved R² = 0.95 and RMSE = 0.23 on polymer mechanical property benchmarks — approaching the accuracy ceiling set by experimental measurement uncertainty.…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Findings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0972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AI Spectroscopy: 99 % Microplastic Classification and Deep-Learning FTIR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Characterization  ·  Impact: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07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A three-level fusion 1D-CNN combining Raman and ATR-FTIR data achieved 99 % microplastic classification accuracy (PMC, 2025), enabling rapid environmental monitoring without expert spectroscopists. Separately, an MLP model published in MRS Advances…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346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CatBoost + Genetic Algorithms Reduce Injection-Moulding Cycle Time by 4.5 %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Processing  ·  Impact: 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95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An integrated CatBoost surrogate model with genetic algorithm optimisation demonstrated a 4.5 % cycle-time reduction in injection moulding while maintaining part quality (MDPI AI, 2025). A complementary study applied physics-informed neural networks…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634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4663440"/>
            <a:ext cx="10972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79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AI-Driven Sorting Achieves 60 % Efficiency Gains and 95 % Separation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Sustainability  ·  Impact: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58383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AI-enabled recycling systems integrating hyperspectral imaging, FTIR, Raman, and LIBS sensors with deep-learning classifiers now achieve up to 95 % material-separation accuracy and report 60 % overall efficiency gains versus conventional sorting…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Findings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polyGT Decoder-Only Transformer Unifies Polymer Comprehension and Inverse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Generative Design  ·  Impact: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07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The polyGT model (Chemical Engineering Science, 2025) is a GPT-style decoder-only transformer trained on ~18,000 polymer SMILES that supports both property comprehension and target-driven inverse design within a single architecture. Unlike…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346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AI Inverse Design of Recyclable Vitrimeric Polymers (Advanced Science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Sustainability  ·  Impact: 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95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A 2025 Advanced Science study combined MD simulation with ML surrogate models to inversely design vitrimers with targeted glass-transition temperatures and exchange-reaction kinetics. Synthesised candidates demonstrated both room-temperature…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634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46634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79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Fine-Tuned GPT-3.5 Classifies Polymer Solubility Across 3 373 Solvent-Polymer Pairs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023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LLMs  ·  Impact: 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58383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Researchers fine-tuned GPT-3.5 on 3 373 polymer–solvent pairs, achieving 90 % accuracy for soluble and 83 % for insoluble classifications — comparable to purpose-built QSPR models (ACS Materials Letters, 2025). The study demonstrated that prompt…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Findings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09728" cy="164592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POINT2 and OpenPoly: Open Benchmarks Attack Polymer Data-Scarcity Bottleneck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Property Prediction  ·  Impact: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0784"/>
            <a:ext cx="79552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POINT2 (POlymer INformatics Training and Testing, arXiv March 2025) provides a standardised benchmark protocol covering diverse property prediction tasks, enabling rigorous model comparison across the community for the first time. OpenPoly…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Notable Tools &amp; Resources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1430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POLYT5 / polyBART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50876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Georgia Tech chemical-language transformers that generate chemically valid polymer SMILES from property targets — the first lab-validated generative polymer…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0058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0058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1430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PolyLLMem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50876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Multimodal property-prediction model fusing Llama 3 text embeddings with Uni-Mol structural embeddings via LoRA; excels in low-data polymer regimes (Chemistry…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8346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8346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9718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polyGT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333756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GPT-style decoder-only transformer for both polymer SMILES comprehension and multi-property inverse design from a single unified architecture (Chemical…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8346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28346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9718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MatterChat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33756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Multimodal LLM framework (Nature Machine Intelligence, 2026) integrating structural data with language models for high-precision, interpretable materials…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6634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6634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48006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OpenPoly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5166359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Open curated database of 3 985 experimentally validated polymer-property data points across 26 properties, enabling multi-property ML training and benchmarking.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4663440"/>
            <a:ext cx="41605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4663440"/>
            <a:ext cx="4160520" cy="7315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4800600"/>
            <a:ext cx="3886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628"/>
                </a:solidFill>
              </a:rPr>
              <a:t>xpectrass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166359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</a:rPr>
              <a:t>Open-source Python framework for systematic FTIR preprocessing evaluation (wavelet denoising, asPLS baseline, SNV normalisation) and interpretable ML polymer…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Outlook &amp;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7863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The convergence of generative AI, multimodal LLMs, and robust open benchmark databases is set to compress the polymer R&amp;D cycle from years to weeks. As POLYT5-class models mature and are integrated with high-throughput synthesis platforms, autonomous design-make-test loops for functional polymers will move from academic demonstration to routine industrial practice. Sustainability will remain the dominant commercial driver: EU and US regulatory pressure is accelerating adoption of AI-powered…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474720"/>
            <a:ext cx="9144000" cy="2743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611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</a:rPr>
              <a:t>Key Trends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78808"/>
            <a:ext cx="137160" cy="137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Generative AI transitions from property prediction to lab-validated inverse design of novel polymers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81144"/>
            <a:ext cx="137160" cy="137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7141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Multimodal LLMs (text + molecular structure) outperform single-modality models in low-data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983480"/>
            <a:ext cx="137160" cy="137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87375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AI-driven recycling sorting achieves &gt;95 % accuracy, making circular-economy targets operationally achievable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85816"/>
            <a:ext cx="137160" cy="137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27608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Open benchmark databases (POINT2, OpenPoly) standardise evaluation and accelerate reproducible polymer informatics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788152"/>
            <a:ext cx="137160" cy="1371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7842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Closed-loop ML process control for recycled feedstocks becomes a production-readiness requirement across industry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4748B"/>
                </a:solidFill>
              </a:rPr>
              <a:t>Generated by Polymer AI Research Agent  ·  2026-05-11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