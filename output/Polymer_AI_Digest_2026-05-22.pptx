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2026-05-22</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"From lab bench to language model: generative AI produces its first experimentally validated polymer 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May 2026 marks a pivotal moment for AI-driven polymer science. Georgia Tech's Ramprasad Group unveiled POLYT5, the first encoder-decoder foundation chemical language model for generative polymer design to be experimentally validated in the laboratory. Trained on over 100 million polymer structures in SELFIES notation, POLYT5 proposed a novel dielectric material meeting demanding targets for dielectric constant, bandgap, and glass transition temperature. That candidate was subsequently synthesised and confirmed in the wet lab, closing the loop between in-silico generation and physical reality for the first time in polymer AI history.
Property prediction continues to mature rapidly. Hybrid…</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Agentic LLM wrappers around polymer fo…</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Experimental validation loops are clos…</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Sustainability and chemical recycling …</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Uncertainty quantification and explain…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First Experimentally Validated Generative Polymer Foundation Model</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Tech's Ramprasad Group published POLYT5 in npj Artificial Intelligence (March 2026), an encoder-decoder T5-based model trained on 100M+ polymer structures in SELFIES notation. Deployed inside an agentic LLM framework allowing…</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polyBART and polyGT: Chemical Linguists for Inverse Polymer Design</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The Ramprasad lab's polyBART (BART-based seq2seq model) enables inverse design by conditioning generation on target property values. The independently published polyGT (decoder-only transformer) unifies polymer informatics comprehension and…</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Hybrid ML Frameworks Achieve R² &gt; 0.95 on Polymer Composite Properties</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2025 study in Materials Genome Engineering Advances trained XGBoost and ensemble models on 1,774 experimental data points for polymer composites, predicting density, HDT, flexural/tensile moduli, impact strength, and thermal conductivity with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LLMs Enter Polymer Property Prediction and Literature Mining at Scale</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ACS Materials Letters (2025) demonstrated fine-tuned GPT-3.5 achieving 90% accuracy on polymer-solvent solubility classification across 3,373 pairs. A multimodal architecture fusing LLM embeddings with structural descriptors set new benchmarks in…</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Deep Learning Predicts Polymer FTIR Spectra and Outperforms Human Experts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Characterization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MRS Advances paper achieved 87% FTIR spectral prediction accuracy for polystyrene, 84% for HDPE, and 81% for PET in the polymer fingerprint region. A parallel study showed machine learning outperforms human labellers on microplastic ATR-FTIR…</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AI-Optimised Composite Manufacturing and Smart Injection Moulding</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Processing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2026 Frontiers of Chemical Science and Engineering roadmap outlined fully AI-integrated, self-optimising polymer composite production systems with real-time parameter control across heat, pressure, and flow variables. Mitsubishi Electric's Smart…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AI Boosts Plastic Sorting Efficiency 60% and Accelerates Chemical Recycling</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AI-enhanced sensor sorting reported 60% efficiency gains and up to 95% material-separation accuracy for mixed-polymer streams (Plastics Today 2026). The new TROPIC database (RSC Faraday Discussions 2026) catalogues ring-opening polymerisation…</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AI-Guided Inverse Design of Recyclable Vitrimeric Polymers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Generative Design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Advanced Science (2025) published an MD-ML framework targeting vitrimers — covalent-adaptable networks prized for recyclability. The workflow performs inverse design for targeted glass transition temperatures while preserving the dynamic bond…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Georgia Tech encoder-decoder foundation model for generative polymer design, trained on 100M+ structures and experimentally validated on a novel dielectric…</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polyBART</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BART-based chemical language model for simultaneous polymer property prediction and inverse design via conditional sequence generation (Ramprasad Group,…</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polyBERT</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Chemical language model for ultrafast polymer fingerprinting and informatics, outperforming handcrafted descriptors by two orders of magnitude in speed (Nature…</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TROPIC Database</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Ring-opening polymerisation thermodynamics dataset enabling ML-assisted catalyst and enzyme design for chemical recycling (RSC Faraday Discussions 2026).</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Khazana</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Online platform of DFT-computed polymer property datasets (band gap, dielectric constant) with integrated ML prediction tools (Argonne ALCF / ANL).</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PoLyInfo</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Comprehensive NIMS polymer literature database covering homopolymers, copolymers, blends, and composites with structured property data for ML 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next 12-18 months will see agentic polymer design pipelines move from academic proof-of-concept to industrial pilot programs, particularly in high-value specialty polymers for electronics, biomedical, and sustainable packaging markets. Foundation models like POLYT5 will be extended with larger training corpora and tighter integration with automated synthesis robotics, further shrinking the discovery-to-validation cycle. LLM-powered data extraction will continue to populate polymer databases…</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Agentic LLM wrappers around polymer foundation models enable natural-language design workflows</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Experimental validation loops are closing: generative models now routinely propose candidates that go to synthesis</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Sustainability and chemical recycling are the fastest-growing application domain for polymer AI in 2026</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Uncertainty quantification and explainability are becoming table-stakes requirements for industrial AI deployment</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Multimodal ML combining sequence, graph, spectral, and language embeddings is the dominant property-prediction paradigm</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2026-05-22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