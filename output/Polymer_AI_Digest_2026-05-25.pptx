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2026-05-25</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"Foundation models, million-molecule datasets, and real-time process AI are converging to make 2026 the breakout year for AI-driven polymer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The week of 25 May 2026 crystallises a year of rapid progress across every dimension of AI-driven polymer science. Georgia Tech's POLYT5—the first encoder-decoder foundation chemical language model for generative polymer design—has now been experimentally validated on a novel dielectric material, proving that AI-generated polymer candidates can survive the crucible of wet-lab synthesis. Simultaneously, LLNL and Meta released the Open Polymers 2026 (OPoly26) dataset containing 6.35 million DFT-quality calculations, the largest and most chemically diverse quantum-chemistry dataset ever assembled for polymeric systems.
On the property-prediction front, multimodal architectures are setting new…</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Polymer foundation models (POLYT5, Pol…</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Massive open datasets (OPoly26, POINT²…</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Inverse design is maturing from in sil…</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Industrial process AI is delivering 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Foundation Language Model Generates Experimentally Validated Dielectric Polymers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Tech's Ramprasad Group published POLYT5 in npj Artificial Intelligence (March 2026), an encoder-decoder T5-based foundation model for generative polymer design. The model accepts desired property targets as natural-language prompts and…</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OPoly26: LLNL and Meta Release 6.35 Million DFT Polymer Calculations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The Open Polymers 2026 (OPoly26) dataset—a joint effort by Lawrence Livermore National Laboratory and Meta—contains 6.35 million DFT-accuracy quantum chemistry calculations spanning monomer composition, chain architecture, degree of polymerization,…</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PolyLLMem Fuses Llama 3 and Uni-Mol for State-of-the-Art Property Prediction</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Published in Chemistry of Materials 2026, PolyLLMem integrates text embeddings from Llama 3 with 3D molecular structure embeddings from Uni-Mol via Low-Rank Adaptation (LoRA) fine-tuning. The multimodal fusion achieves state-of-the-art accuracy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LLMs Extract 1 Million Polymer Property Records from 681K Scientific Articles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Nature Communications Materials study demonstrated automated extraction of over one million polymer property records—covering 24 distinct properties for more than 106,000 unique polymers—from a 2.4-million-article full-text corpus using large…</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Adaptive GNN-Fingerprint Fusion Sets New Benchmark for Thermal Properties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Property Prediction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Macromolecules paper introduced an adaptive gating mechanism that dynamically fuses graph neural network embeddings with classical molecular fingerprints for multi-task prediction of polymer thermal properties—Tg, Tm, and thermal…</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Deep Learning Predicts Polymer FTIR Fingerprint Region at 87% Accuracy</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Characterization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2026 MRS Advances study evaluated multilayer perceptron and deep residual network architectures for predicting FTIR fingerprint-region spectra of PET, HDPE, PVC, LDPE, PP, and PS. The MLP achieved 87% accuracy for polystyrene and 84% for HDPE,…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Imubit AI Platform Cuts Polymer Plant Energy 10–20% with Real-Time ML Control</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Processing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Industrial AI platform Imubit published documented results from polymer manufacturing deployments: real-time ML process control reduced off-spec production by over 2%, cut natural-gas consumption by 10–20%, and raised throughput by 1–3%—all without…</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Multi-Objective AI Optimization Improves Plastic Pyrolysis Product Recovery by 15%</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Sustainability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Polymers study deployed a surrogate-assisted multi-objective optimization framework integrating an energy return-on-investment metric to jointly maximize oil-product yield, minimize energy inputs, and reduce CO2 emissions in plastic waste…</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Conditional GAN Delivers Wet-Lab Validated Biomedical Polymer Coatings</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Published in RSC Digital Discovery 2026, a constraint-aware conditional GAN framework generates polymer coating compositions conditioned on desired biological performance targets—anti-fouling and cell-adhesion properties for medical implant…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Ensemble Deep Learning Achieves 98% Accuracy for Automated Polymer Sorting</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Sustainability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Polymers 2026 study combined ensemble deep learning with heuristic optimization (genetic algorithms and particle swarm) to classify polymer types from spectral and imaging data at 98% accuracy—a 40% reduction in error rate versus prior CNN-only…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Georgia Tech encoder-decoder foundation model for generative polymer design; accepts property targets as text prompts, outputs valid SMILES (npj AI, 2026).</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OPoly26 Dataset</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LLNL + Meta open dataset of 6.35M DFT-accuracy polymer calculations; backbone training corpus for AI property and generative models (arXiv, 2025).</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Polymer Genome</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Web platform for ML-based polymer property prediction covering Tg, bandgap, dielectric constant and more; now incorporates GNN-fingerprint fusion models.</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PlasticAnalytics</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Deep-learning-powered spectral library and analytical suite for FTIR-based polymer and microplastic identification (ACS Environmental Science &amp; Technology).</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PolyLLMem</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Multimodal model fusing Llama 3 text embeddings with Uni-Mol 3D structure embeddings for polymer property prediction via LoRA fine-tuning (Chem. Mater. 2026).</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Imubit Process AI</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Industrial ML platform for real-time polymer manufacturing optimization; documented 10–20% energy savings and 2%+ reduction in off-spec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next 12 months will see polymer foundation models become standard infrastructure, mirroring the trajectory of protein language models such as ESM and AlphaFold in biology. POLYT5 and its successors will be fine-tuned for specialised sub-domains—high-temperature dielectrics, bioresorbable scaffolds, conductive elastomers—enabling on-demand inverse design that was science fiction five years ago. The integration of AI with high-throughput robotic synthesis platforms will close the…</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Polymer foundation models (POLYT5, PolyLLMem) are replacing generic ML for materials tasks, enabling natural-language design</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Massive open datasets (OPoly26, POINT², OpenPoly) are closing the data-scarcity bottleneck that limited earlier polymer ML</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Inverse design is maturing from in silico to wet-lab validated: generative models now produce experimentally confirmed structures</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Industrial process AI is delivering documented ROI — 10–20% energy savings and 2%+ quality gains in polymer manufacturing</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LLM-powered literature mining is converting decades of legacy publications into structured, ML-ready polymer property databases</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