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771900"/>
            <a:ext cx="9144000" cy="3657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AI Tools for Polymer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</a:rPr>
              <a:t>Daily Research Digest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2026-06-01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94A3B8"/>
                </a:solidFill>
              </a:rPr>
              <a:t>"From POLYT5 to OPoly26: AI-native polymer design enters the validation era as generative models pass lab tests and datasets scale to millions."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June 2026 marks an inflection point for AI in polymer materials science. Generative language models trained specifically on polymer chemistry — led by Georgia Tech's POLYT5 — have now cleared the critical hurdle of experimental validation, producing real dielectric materials that match computationally predicted properties. Simultaneously, the release of the Open Polymers 2026 (OPoly26) benchmark — containing over 6.35 million DFT calculations across diverse polymer architectures — provides the training and evaluation infrastructure the field has long needed to systematically compare models.
On the characterization front, deep learning models applied to FTIR spectra are achieving polymer…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5532120"/>
            <a:ext cx="201168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550408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Polymer foundation models moving from 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532888" y="5532120"/>
            <a:ext cx="201168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5550408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Multimodal AI (text + 3D structure) co…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0016" y="5532120"/>
            <a:ext cx="201168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5550408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Open-source LLMs achieving parity with…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67144" y="5532120"/>
            <a:ext cx="2011680" cy="3840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58584" y="5550408"/>
            <a:ext cx="1874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Physics-informed neural networks embed…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POLYT5: First Experimentally Validated Foundation Model for Polymer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Generative Design  ·  Impact: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Georgia Tech researchers published POLYT5 in npj Artificial Intelligence (March 2026), an encoder-decoder chemical language model that performs inverse polymer design — accepting target properties as input and outputting candidate polymer…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OPoly26: 6.35-Million-Entry Open DFT Dataset Benchmarks Polymer ML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Property Prediction  ·  Impact: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The Open Polymers 2026 (OPoly26) dataset provides over 6.35 million DFT-level calculations on polymer clusters spanning diverse monomer compositions, chain architectures, and solvation environments. Augmenting existing ML training sets with OPoly26…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548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PolyLLMem: Multimodal Llama 3 + Uni-Mol Fusion Achieves State-of-the-Art Property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LLMs  ·  Impact: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58383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PolyLLMem integrates text-based embeddings from Meta's Llama 3 with 3D structural embeddings from Uni-Mol in a gated multimodal framework, achieving state-of-the-art performance on thermal and dielectric property benchmarks. Published in ACS…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Deep Learning FTIR Models Identify Polymers at 81-87% Accuracy in Fingerprint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Characterization  ·  Impact: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 2026 study in MRS Advances demonstrates that deep learning models targeting the FTIR fingerprint region (400-1500 cm-1) achieve identification accuracies of 87% for polystyrene, 84% for HDPE, and 81% for PET. The models are robust to baseline…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Hyperspectral Deep Learning Quantifies Sub-10 Micron Microplastics at Industrial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Characterization  ·  Impact: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Researchers published a high-accuracy CNN pipeline that combines hyperspectral imaging with deep learning to detect and quantify microplastic particles smaller than 10 um — a size range that eludes conventional optical methods. The system automates…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548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Physics-Informed Neural Networks Cut Composite Curing Cycle Times by 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Processing  ·  Impact: 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58383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Physics-informed neural networks (PINNs) embedded in composite curing and injection moulding workflows are demonstrating up to 30% reductions in cycle time and measurable energy savings by optimising heating and pressure profiles in real-time…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09728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AI-Powered Sorting Systems Projected to Deliver 60% Recycling Efficiency Gains 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Sustainability  ·  Impact: 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Plastics Today's 2026 recycling outlook reports that deep-learning-driven sorting systems integrating near-infrared, Raman, and hyperspectral sensors are on track to deliver 60% efficiency gains in plastic recovery facilities this year. These…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346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8346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Multi-Objective AI Optimises Plastic Pyrolysis for Energy-Positive Recycling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73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Sustainability  ·  Impact: 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5295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 2026 Polymers journal study presents a multi-objective AI framework that simultaneously optimises pyrolysis temperature, residence time, and feedstock composition to maximise Energy Return on Investment (EROI) while minimising hazardous…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6634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46634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754879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Open-Source LLMs Match GPT-4 on Polymer Tasks, Raising Reproducibility 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LLMs  ·  Impact: 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358383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 perspective published in RSC Digital Discovery 2026 benchmarks open-source LLMs against closed commercial models across polymer literature extraction, property prediction, and synthesis planning tasks. Open models achieve comparable accuracy while…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Findings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859536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109728" cy="16459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Conditional GAN Enables Inverse Design of Biofunctional Polymer Coatings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Generative Design  ·  Impact: MEDIUM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00784"/>
            <a:ext cx="7955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Published in RSC Digital Discovery 2026, a constraint-aware conditional GAN (cGAN) framework enables inverse design of polymer coating compositions conditioned on target biological performance metrics for biomedical implants, including protein…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Notable Tools &amp;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1430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POLYT5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50876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Encoder-decoder chemical language foundation model for generative inverse polymer design, validated by physical synthesis (Georgia Tech, npj AI 2026).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10058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0058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1430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OPoly26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50876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Open benchmark dataset of 6.35M DFT calculations for training and evaluating polymer property ML models.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29718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PolyLLMem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79" y="333756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Multimodal framework combining Llama 3 text embeddings and Uni-Mol structural embeddings for state-of-the-art polymer property prediction.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8346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17720" y="28346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29718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PI1M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3756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1-million-polymer benchmark database covering density, Tg, Tm, and dielectric constants; standard corpus for polymer informatics evaluation.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6634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48006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Polymetis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79" y="5166359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Large language model pre-trained across multiple material domains including polymers, enabling cross-domain knowledge transfer for materials design.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17720" y="4663440"/>
            <a:ext cx="416052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17720" y="4663440"/>
            <a:ext cx="416052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4800600"/>
            <a:ext cx="3886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</a:rPr>
              <a:t>Hyperspectral-CNN Microplastic Pipeline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166359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Deep learning pipeline combining hyperspectral imaging and CNNs for automated sub-10 um microplastic detection and polymer-type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Outlook &amp;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The next 12 months will likely see polymer-specific foundation models proliferate beyond dielectric applications into functional coatings, biodegradable packaging, and battery electrolyte polymers — domains where inverse design has high commercial value. Standardisation of benchmarks (OPoly26 and PI1M) will accelerate cross-laboratory comparisons and begin to expose which architectures genuinely generalise versus those that overfit narrow chemical spaces. The integration of PINNs into…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474720"/>
            <a:ext cx="9144000" cy="2743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</a:rPr>
              <a:t>Key Trends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78808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0690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Polymer foundation models moving from purely digital prediction to experimental lab validation (POLYT5)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81144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47141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Multimodal AI (text + 3D structure) consistently outperforms single-modality models for polymer properties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983480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737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Open-source LLMs achieving parity with GPT-4 on materials tasks, driving reproducible materials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385816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27608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Physics-informed neural networks embedded in manufacturing workflows delivering 30% cycle-time savings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88152"/>
            <a:ext cx="137160" cy="13716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67842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AI-driven circular economy transitioning from sustainability initiative to core industrial competitive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</a:rPr>
              <a:t>Generated by Polymer AI Research Agent  ·  2026-06-01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