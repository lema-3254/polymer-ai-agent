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71900"/>
            <a:ext cx="91440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AI Tools for Polymer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</a:rPr>
              <a:t>Daily Research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2026-05-04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94A3B8"/>
                </a:solidFill>
              </a:rPr>
              <a:t>"From lab-validated generative design to 60 % recycling gains: AI is reshaping every stage of the polymer lifecycle."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The spring 2026 landscape for AI in polymer materials science is defined by a decisive shift from prediction to creation. Georgia Tech's March 2026 debut of POLYT5 and polyBART — chemical-language models that generate 100 % chemically valid polymer structures from target property specifications — marks the first lab-validated generative AI system for polymer design, published in Nature npj Artificial Intelligence. Simultaneously, multimodal large language models such as PolyLLMem (Llama 3 + Uni-Mol) and MatterChat are pushing polymer property prediction into low-data regimes where traditional QSPR models struggle.
On the characterisation front, 2025 proved to be a turning point for…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Generative AI transitions from propert…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Multimodal LLMs (text + molecular stru…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0016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AI-driven recycling sorting systems ac…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67144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58584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Open benchmark databases (POINT2, Open…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POLYT5 &amp; polyBART: First Lab-Validated Generative AI for Polymer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Generative Design  ·  Impact: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Georgia Tech researchers introduced POLYT5 and polyBART in March 2026 — chemical-language transformer models that generate new polymer SMILES representations directly from desired property targets, guaranteeing 100 % chemical validity. The team…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PolyLLMem &amp; MatterChat: Multimodal LLMs Enter Polymer Property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LLMs  ·  Impact: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PolyLLMem integrates Llama 3 text embeddings with Uni-Mol molecular structure embeddings to predict multiple polymer properties from a unified multimodal representation, excelling in low-data regimes where traditional QSPR models fail. In parallel,…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548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Graph Neural Networks and CNN-LSTM Hybrids Push Polymer ML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Property Prediction  ·  Impact: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58383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 PubMed-indexed 2025 review catalogues GNN architectures purpose-built for polymer characterisation and property prediction, noting that message-passing networks capture repeat-unit topology better than fingerprint-based models. Complementary work…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AI Spectroscopy: 99 % Microplastic ID and Deep-Learning FTIR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Characterization  ·  Impact: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 multi-modal 1D-CNN trained on Raman and ATR-FTIR data with three-level data fusion achieved 99 % microplastic classification accuracy, reported in PMC 2025. A separate MRS Advances (2026) study used an MLP to predict polymer FTIR fingerprint…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CatBoost + Genetic Algorithms Cut Injection-Moulding Cycle Time by 4.5 %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Processing  ·  Impact: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An integrated framework pairing a CatBoost surrogate model with a genetic algorithm optimiser demonstrated a 4.5 % reduction in injection-moulding cycle time while maintaining dimensional and mechanical part quality, published in MDPI AI (2025). A…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548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AI-Enabled Sorting Achieves 60 % Efficiency Gains and 95 % Separation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Sustainability  ·  Impact: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58383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Plastics Today (2026) reported AI-driven recycling systems delivering a 60 % efficiency increase, with ML classifiers applied to hyperspectral imaging, FTIR, Raman, and LIBS sensor data reaching up to 95 % material-separation accuracy. Nature…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polyGT Decoder-Only Transformer Enables Comprehensive Polymer Inverse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Generative Design  ·  Impact: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The polyGT model, published in Chemical Engineering Science (2025), is a GPT-style decoder-only transformer trained on a large polymer SMILES corpus that supports both property comprehension and target-driven inverse design in a single architecture.…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AI Guides Inverse Design of Recyclable Vitrimeric Polymers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Sustainability  ·  Impact: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 2025 Advanced Science paper combined molecular-dynamics simulation with ML surrogate models to inversely design vitrimers with targeted glass-transition temperatures. Synthesised candidates demonstrated both healability and high-temperature…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548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Fine-Tuned GPT-3.5 Predicts Polymer Solubility Across 3 373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LLMs  ·  Impact: 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58383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Researchers fine-tuned GPT-3.5 on a dataset of 3 373 polymers and 51 solvents to predict solubility, demonstrating that LLMs can serve as flexible drop-in replacements for specialised QSPR models, published in ACS Materials Letters (2025). The model…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POINT2 and OpenPoly: New Benchmark Databases Address Data-Scarcity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Property Prediction  ·  Impact: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POINT2 (POlymer INformatics Training and Testing, March 2025) provides a standardised benchmark protocol covering diverse property tasks, enabling rigorous model comparison across the community for the first time. OpenPoly contributes 3 985…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Notable Tools &amp;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430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POLYT5 / polyBART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Georgia Tech chemical-language transformers that generate chemically valid polymer SMILES from property targets — the first lab-validated generative polymer…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058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0058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1430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PolyMetriX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087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Open-source Python ecosystem (npj Computational Materials, 2025) providing curated polymer datasets, novel hierarchical featurisation, and end-to-end…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9718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polyBERT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3375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Polymer chemical-language BERT model (Nature Communications) that generates dense fingerprints for ML property models — backbone of several 2025-2026…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8346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28346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9718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MatterChat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375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Multimodal LLM framework (Nature Machine Intelligence, 2026) integrating structural data with language models to deliver high-precision property predictions…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8006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OpenPoly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166359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Curated open database of 3 985 experimentally validated polymer-property data points across 26 properties, enabling benchmarking and multi-property ML model…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46634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6634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48006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POINT2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166359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Standardised polymer informatics training-and-testing protocol (arXiv, March 2025) providing reproducible benchmarks across diverse property prediction tasks…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Outlook &amp;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The convergence of generative AI, multimodal LLMs, and robust open databases is set to compress the polymer R&amp;D cycle from years to weeks. As POLYT5-class models mature, we anticipate tight integration with high-throughput synthesis platforms, creating autonomous design-make-test loops for functional polymers. Sustainability will remain the dominant commercial driver: regulatory pressure across the EU and US is accelerating adoption of AI-powered sorting and chemical-recycling optimisation,…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9144000" cy="274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Key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78808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Generative AI transitions from property prediction to lab-validated inverse design of new polymers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81144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7141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Multimodal LLMs (text + molecular structure) outperform single-modality models in low-data regimes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83480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737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AI-driven recycling sorting systems achieve &gt;95 % accuracy, making circular-economy targets achievable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85816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7608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Open benchmark databases (POINT2, OpenPoly) standardise model evaluation and accelerate reproducible science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88152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7842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Closed-loop ML process control for recycled feedstocks becomes a production-readiness requirement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Generated by Polymer AI Research Agent  ·  2026-05-04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